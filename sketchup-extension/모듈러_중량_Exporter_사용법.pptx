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291840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389120"/>
            <a:ext cx="3840480" cy="3840480"/>
          </a:xfrm>
          <a:prstGeom prst="ellipse">
            <a:avLst/>
          </a:prstGeom>
          <a:solidFill>
            <a:srgbClr val="1E2761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SKETCHUP EXTENSION · 실무 가이드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모듈러 중량 Exporter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사용법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Tag로 부재 선택 → ★ 빠른 부재 지정 → 오류가 나면 수동/고급 지정으로 처리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19456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자재 목록에서 부재를 지정하는 실무자를 위한 안내서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흐름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Tag로 선택 → ★ 지정 → (오류 시) 수동/고급 지정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E276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3317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부재 그룹 선택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16936" y="2340864"/>
            <a:ext cx="246888" cy="256032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965960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E2761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00400" y="1965960"/>
            <a:ext cx="23317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빠른 부재 지정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68696" y="2340864"/>
            <a:ext cx="246888" cy="256032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0" y="1828800"/>
            <a:ext cx="1828800" cy="1280160"/>
          </a:xfrm>
          <a:prstGeom prst="diamond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18288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성공했나?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17536" y="2340864"/>
            <a:ext cx="246888" cy="256032"/>
          </a:xfrm>
          <a:prstGeom prst="rightArrow">
            <a:avLst/>
          </a:prstGeom>
          <a:solidFill>
            <a:srgbClr val="2E9E5B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2011680"/>
            <a:ext cx="1371600" cy="91440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0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(자동 완료)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227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판별 + 기준면·기준축까지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자동으로 다 채워짐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3108960"/>
            <a:ext cx="0" cy="502920"/>
          </a:xfrm>
          <a:prstGeom prst="line">
            <a:avLst/>
          </a:prstGeom>
          <a:noFill/>
          <a:ln w="31750">
            <a:solidFill>
              <a:srgbClr val="E8871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638544" y="3429000"/>
            <a:ext cx="256032" cy="201168"/>
          </a:xfrm>
          <a:prstGeom prst="downArrow">
            <a:avLst/>
          </a:prstGeom>
          <a:solidFill>
            <a:srgbClr val="E887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99248" y="20848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154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80160" y="4160520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/>
          <a:effectLst>
            <a:outerShdw sx="100000" sy="100000" kx="0" ky="0" algn="bl" rotWithShape="0" blurRad="76200" dist="38100" dir="5400000">
              <a:srgbClr val="1E2761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280160" y="4160520"/>
            <a:ext cx="23317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중량 데이터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실행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48456" y="4535424"/>
            <a:ext cx="246888" cy="256032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23" name="Shape 21"/>
          <p:cNvSpPr/>
          <p:nvPr/>
        </p:nvSpPr>
        <p:spPr>
          <a:xfrm>
            <a:off x="3931920" y="4160520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/>
          <a:effectLst>
            <a:outerShdw sx="100000" sy="100000" kx="0" ky="0" algn="bl" rotWithShape="0" blurRad="76200" dist="38100" dir="5400000">
              <a:srgbClr val="1E2761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931920" y="4160520"/>
            <a:ext cx="23317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메시지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0216" y="4535424"/>
            <a:ext cx="246888" cy="256032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4160520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E2761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83680" y="4160520"/>
            <a:ext cx="23317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수동/고급 지정에서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항목만 처리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66560" y="3657600"/>
            <a:ext cx="0" cy="502920"/>
          </a:xfrm>
          <a:prstGeom prst="line">
            <a:avLst/>
          </a:prstGeom>
          <a:noFill/>
          <a:ln w="31750">
            <a:solidFill>
              <a:srgbClr val="E8871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766560" y="4663440"/>
            <a:ext cx="-548640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슬라이드: 오류 종류별 대응표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대응표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검증에서 오류가 나면, 이 표에서 바로 찾으세요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754880"/>
        </p:xfrm>
        <a:graphic>
          <a:graphicData uri="http://schemas.openxmlformats.org/drawingml/2006/table">
            <a:tbl>
              <a:tblPr/>
              <a:tblGrid>
                <a:gridCol w="4572000"/>
                <a:gridCol w="393192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오류 / 상황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원인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처리할 기능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“형상만으로 판별 못했습니다”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</a:rPr>
                        <a:t>애매한 형상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</a:rPr>
                        <a:t>(정육면체 근처, 제품류)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③ 부재로 지정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유형은 정해졌는데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“기준면/기준축 없음”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</a:rPr>
                        <a:t>③은 유형만 바꾸고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</a:rPr>
                        <a:t>좌표는 안 채움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④-A 또는 ④-B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자동으로 잡힌 기준면이 틀림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(구멍 있는 판 등)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</a:rPr>
                        <a:t>★가 “전체 면”을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</a:rPr>
                        <a:t>기준면으로 사용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⑤ 기준면 지정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자동 생성된 기준축이 틀림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(대각선 부재 등)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</a:rPr>
                        <a:t>★가 경계상자 긴 방향으로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</a:rPr>
                        <a:t>추정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⑥ 기준축 지정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COUNT 부재의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무게중심이 중요함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</a:rPr>
                        <a:t>기본은 경계상자 중심으로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</a:rPr>
                        <a:t>추정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⑦ 무게중심</a:t>
                      </a:r>
                      <a:endParaRPr lang="en-US" sz="1250" dirty="0"/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보정점 지정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/ 고급 지정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64792" y="8412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컨테이너로 지정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134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780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21854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 하는 거냐면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16712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부재 그룹들을 공종별로 한 번 더 묶는 “중간 그룹”에 붙이는 표시입니다.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639312"/>
            <a:ext cx="694944" cy="694944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80390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28800" y="351129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쓰나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349300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 안 써도 됩니다. 부재가 너무 많아서 “이 구역은 다 STRUCTURE야”처럼 한 번에 묶어 관리하고 싶을 때만 씁니다.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965192"/>
            <a:ext cx="694944" cy="69494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12978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28800" y="483717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실행하면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43400" y="481888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그룹에 공종을 하나 물어보고, 그 안의 부재들은 개별 지정 안 해도 그 공종을 자동으로 물려받습니다 (상속).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/ 고급 지정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64792" y="8412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부재로 지정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134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780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21854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 하는 거냐면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16712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계산유형(AREA/VOLUME/LENGTH/COUNT)을 사람이 직접 고르는 것입니다. ★의 수동 버전입니다.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639312"/>
            <a:ext cx="694944" cy="694944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80390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28800" y="351129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쓰나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349300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COUNT는 항상 이걸로 지정합니다 (형상만 봐선 절대 알아낼 수 없음). ★가 잘못 판별했을 때도 사용합니다 — 예: 닫힌 솔리드라 VOLUME으로 잡았지만 실제로는 LENGTH여야 하는 강관.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965192"/>
            <a:ext cx="694944" cy="69494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12978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28800" y="483717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실행하면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43400" y="481888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공종 선택 → 계산유형 선택 → 끝. 좌표는 안 채워집니다 (그래서 보통 ④-B가 뒤따라야 합니다).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/ 고급 지정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64792" y="8412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제외 그룹으로 지정 (IGNORE)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134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780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21854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 하는 거냐면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16712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“이건 계산 대상 자체가 아니다”라고 완전히 빼버리는 명령입니다.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639312"/>
            <a:ext cx="694944" cy="694944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80390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28800" y="351129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쓰나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349300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참고용으로 남겨둔 예전 모델, 치수 보조선, 실제로 짓지 않을 형상 등에 사용합니다.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965192"/>
            <a:ext cx="694944" cy="69494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12978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28800" y="483717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실행하면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43400" y="481888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 사유를 입력받고 끝. 유일하게 모듈 그룹 자체에도 쓸 수 있는 명령입니다 (모듈 전체를 통째로 뺄 때).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④-A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/ 고급 지정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64792" y="8412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기준면·기준축 자동 채우기 (선택한 것만)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134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780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21854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 하는 거냐면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16712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지정된 계산유형은 그대로 두고, 좌표(기준면/기준축)만 현재 형상 기준으로 다시 채웁니다.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639312"/>
            <a:ext cx="694944" cy="694944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80390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28800" y="351129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쓰나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349300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③으로 유형을 바꾼 바로 다음, 또는 형상 수정 후 기준면/축을 최신 상태로 갱신하고 싶을 때 사용합니다.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965192"/>
            <a:ext cx="694944" cy="69494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12978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28800" y="483717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실행하면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43400" y="481888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부재만 대상으로, AREA는 모든 면을, LENGTH는 경계상자 긴 방향을 자동으로 설정합니다.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④-B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/ 고급 지정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64792" y="8412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기준면·기준축 전체 새로고침 (모델 전체)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134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780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21854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 하는 거냐면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16712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④-A와 같은 일을 하지만, 선택할 필요 없이 모델 전체를 뒤집니다.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639312"/>
            <a:ext cx="694944" cy="694944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80390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28800" y="351129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쓰나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349300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③을 여러 부재 · 여러 Tag에 걸쳐 했을 때 사용합니다. 뭘 놓쳤는지 걱정 없이 한 번에 정리하고 싶을 때 — 가장 안전하고 편한 방법입니다.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965192"/>
            <a:ext cx="694944" cy="69494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12978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28800" y="483717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실행하면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43400" y="481888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창 → 예 → 모델 전체에서 AREA/LENGTH로 지정된 부재를 다 찾아 일괄 새로고침합니다.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/ 고급 지정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64792" y="8412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기준면 지정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134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780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21854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 하는 거냐면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16712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부재의 “무게 계산에 쓸 면”을 사람이 직접 클릭으로 고릅니다.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639312"/>
            <a:ext cx="694944" cy="694944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80390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28800" y="351129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쓰나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349300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★/④-B가 자동으로 고른 “전체 면”이 틀렸을 때 사용합니다 — 창문 구멍이 있는 벽판, 양면 중 한쪽 면만 기준으로 써야 할 때 등.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965192"/>
            <a:ext cx="694944" cy="69494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12978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28800" y="483717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실행하면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43400" y="481888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부재 그룹을 더블클릭해 편집모드로 들어간 뒤, 원하는 면(들)을 클릭 선택하고 ⑤를 실행합니다.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/ 고급 지정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64792" y="8412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기준축 지정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134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780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21854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 하는 거냐면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16712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부재의 “길이를 잴 시작점·끝점”을 사람이 직접 클릭으로 지정합니다.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639312"/>
            <a:ext cx="694944" cy="694944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80390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28800" y="351129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쓰나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349300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★/④-B가 추정한 “경계상자 긴 방향”이 실제 부재 방향과 다를 때 사용합니다 — 대각선 가새(브레이싱)가 대표적인 경우입니다.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965192"/>
            <a:ext cx="694944" cy="69494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12978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28800" y="483717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실행하면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43400" y="481888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부재 그룹을 더블클릭해 편집모드로 들어간 뒤, ⑥ 실행 → 시작점 클릭 → 끝점 클릭 순으로 지정합니다.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/ 고급 지정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64792" y="8412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무게중심 보정점 지정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134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780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21854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 하는 거냐면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16712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COUNT(개당 제품) 부재의 실제 무게중심 위치를 지정합니다.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639312"/>
            <a:ext cx="694944" cy="694944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80390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28800" y="351129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쓰나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349300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 카탈로그에 CG(무게중심) 위치가 나와있을 때 사용합니다. 안 하면 경계상자 중심을 “추정치”로 사용합니다 — 계산 자체는 됩니다.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965192"/>
            <a:ext cx="694944" cy="69494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12978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28800" y="483717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실행하면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43400" y="481888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편집모드로 들어가서 ⑦ 실행 → 점 클릭 → 근거(출처)를 입력합니다.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⑧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/ 고급 지정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64792" y="8412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부재 제외/포함 전환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134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780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21854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 하는 거냐면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16712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PART로 지정된 부재를 계산에 넣었다 뺐다 토글합니다 (④ IGNORE와 달리 role은 안 바뀌고 포함 여부만 바뀝니다).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639312"/>
            <a:ext cx="694944" cy="694944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80390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28800" y="351129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쓰나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349300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부재 하나만 이번 산출에서 잠깐 빼고 다시 계산해보고 싶다” 같은 임시 검토 상황에 사용합니다.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965192"/>
            <a:ext cx="694944" cy="69494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12978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28800" y="483717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실행하면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43400" y="481888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 상태면 사유를 입력받고 제외, 이미 제외 상태면 다시 포함으로 복원합니다.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⑫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/ 고급 지정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64792" y="8412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ID 새로 발급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134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780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21854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 하는 거냐면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16712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SketchUp 파일의 고유 식별번호를 새로 만듭니다.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639312"/>
            <a:ext cx="694944" cy="694944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80390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28800" y="351129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쓰나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349300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정말 거의 안 씁니다. “Save As로 파일을 복제해서 완전히 다른 프로젝트로 웹앱에 새로 연결하고 싶다” 같은 특수한 경우에만 사용합니다.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965192"/>
            <a:ext cx="694944" cy="69494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12978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28800" y="483717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실행하면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43400" y="481888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실행 한 번으로 즉시 새 ID가 발급됩니다. (기존 웹 프로젝트와의 연결은 끊어집니다.)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34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★로 대부분 해결됩니다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83464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Tag로 선택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9776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패널 → Select Entities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3639312"/>
            <a:ext cx="219456" cy="219456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11" name="Shape 9"/>
          <p:cNvSpPr/>
          <p:nvPr/>
        </p:nvSpPr>
        <p:spPr>
          <a:xfrm>
            <a:off x="3593592" y="26060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22192" y="283464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22192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실행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22192" y="39776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형상 보고 자동으로 유형 + 좌표까지 처리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639312"/>
            <a:ext cx="219456" cy="219456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17" name="Shape 15"/>
          <p:cNvSpPr/>
          <p:nvPr/>
        </p:nvSpPr>
        <p:spPr>
          <a:xfrm>
            <a:off x="6364224" y="26060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92824" y="283464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92824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92824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되면 검증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92824" y="39776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실행 → 오류 메시지 확인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97112" y="3639312"/>
            <a:ext cx="219456" cy="219456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23" name="Shape 21"/>
          <p:cNvSpPr/>
          <p:nvPr/>
        </p:nvSpPr>
        <p:spPr>
          <a:xfrm>
            <a:off x="9134856" y="26060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63456" y="283464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63456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63456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표에서 찾아 처리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363456" y="39776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대응표 보고 수동/고급 지정 항목 적용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자세한 오류별 대응은 사용설명서.md 문서를 함께 참고하세요.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모듈러 중량 Exporter 사용법</dc:title>
  <dc:subject>PptxGenJS Presentation</dc:subject>
  <dc:creator>Modular Weight Exporter</dc:creator>
  <cp:lastModifiedBy>Modular Weight Exporter</cp:lastModifiedBy>
  <cp:revision>1</cp:revision>
  <dcterms:created xsi:type="dcterms:W3CDTF">2026-09-09T06:29:38Z</dcterms:created>
  <dcterms:modified xsi:type="dcterms:W3CDTF">2026-09-09T06:29:38Z</dcterms:modified>
</cp:coreProperties>
</file>